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E-GROUP ICT SOFTWARE ZRT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Consciousness. One Intelligence Platform.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6350">
            <a:solidFill>
              <a:srgbClr val="9A7D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Pilot  ·  50 Engineers  ·  Budapest, Hungary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RISE?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platform with two consciousnesses.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2560320"/>
          </a:xfrm>
          <a:prstGeom prst="rect">
            <a:avLst/>
          </a:prstGeom>
          <a:solidFill>
            <a:srgbClr val="161616"/>
          </a:solidFill>
          <a:ln w="12700">
            <a:solidFill>
              <a:srgbClr val="C8A9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3931920" cy="54864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Outward Consciousness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world.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markets, regulations, competitors, and sector signals. Generates structured intelligence briefs — automatically.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2560320"/>
          </a:xfrm>
          <a:prstGeom prst="rect">
            <a:avLst/>
          </a:prstGeom>
          <a:solidFill>
            <a:srgbClr val="161616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3931920" cy="5486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Inward Consciousness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5146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organisation.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teams, projects, people, and anomalies. Surfaces what leadership needs to see — before problems become crises.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4251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cover Essence in detail later →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on The Brain — Layer 0.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1554480"/>
            <a:ext cx="2743200" cy="13716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554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56032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LIVE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· CRM · News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· GitHub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5361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· pgvector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streaming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256032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64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world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Auto-triggers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256032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36499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org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2103120"/>
            <a:ext cx="640080" cy="18288"/>
          </a:xfrm>
          <a:prstGeom prst="line">
            <a:avLst/>
          </a:prstGeom>
          <a:noFill/>
          <a:ln w="12700">
            <a:solidFill>
              <a:srgbClr val="9A7D4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760720" y="2103120"/>
            <a:ext cx="182880" cy="18288"/>
          </a:xfrm>
          <a:prstGeom prst="line">
            <a:avLst/>
          </a:prstGeom>
          <a:noFill/>
          <a:ln w="12700">
            <a:solidFill>
              <a:srgbClr val="9A7D4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560320" y="3383280"/>
            <a:ext cx="640080" cy="320040"/>
          </a:xfrm>
          <a:prstGeom prst="line">
            <a:avLst/>
          </a:prstGeom>
          <a:noFill/>
          <a:ln w="12700">
            <a:solidFill>
              <a:srgbClr val="9A7D4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760720" y="3383280"/>
            <a:ext cx="182880" cy="320040"/>
          </a:xfrm>
          <a:prstGeom prst="line">
            <a:avLst/>
          </a:prstGeom>
          <a:noFill/>
          <a:ln w="12700">
            <a:solidFill>
              <a:srgbClr val="9A7D4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  ·  Connect  ·  Index  ·  Signal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RISE DOES — MARKETING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replaces manual content research. Permanently.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14173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Trigger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monitors configured signals 24/7. A regulatory change, a competitor move, a sector shift — Rise detects it and fires automatically.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40233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08760"/>
            <a:ext cx="54864" cy="14173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Intelligence Briefs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Structured, sector-aware content briefs generated in real time. Not summaries — actionable intelligence framed for your organisation.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0233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54864" cy="14173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  Voice Profiles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generated in the authentic voice of your named authors. Rise learns from edit deltas and improves continuously.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063240"/>
            <a:ext cx="54864" cy="14173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Delivery Routing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to email, Teams, SMS, or directly to the website — on the schedule and format each team needs.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FOLLOWS THIS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ESSENCE — INWARD CONSCIOUSNESS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happening inside your organisation that leadership can't see?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0" cy="6858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45720" cy="6858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1907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Org 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teams, 47 people, 14 projects. Live activity tracking across the whole organisation.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5029200" cy="6858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50592"/>
            <a:ext cx="45720" cy="6858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52374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77063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deviation across every person and project. Gábor M: 12 days no activity — flagged at 2.1σ.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55264"/>
            <a:ext cx="5029200" cy="6858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55264"/>
            <a:ext cx="45720" cy="6858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2841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 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57530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dashboard. What is blocked. What is at risk. What leadership needs to act on — now.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59936"/>
            <a:ext cx="5029200" cy="68580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59936"/>
            <a:ext cx="45720" cy="68580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13308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437997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Essence anything about the organisation in plain language. It knows where to look.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645920"/>
            <a:ext cx="3108960" cy="3200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EXAMPLE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Gábor Mészáros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2487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Architect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834640"/>
            <a:ext cx="256032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926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A9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2.1σ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594360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days no activity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Nordic FinTech review blocked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by Essence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anyone noticed.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3200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E-GROUP ICT SOFTWARE ZRT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let's see it run.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A9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Rise Automated Intelligence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6350">
            <a:solidFill>
              <a:srgbClr val="9A7D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429000"/>
            <a:ext cx="54864" cy="2286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107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Phase — Rise scans the external landscape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776472"/>
            <a:ext cx="54864" cy="2286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5818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Phase — Rise constructs the intelligence brief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23944"/>
            <a:ext cx="54864" cy="2286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05656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Profile — content generated in the author's voice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471416"/>
            <a:ext cx="54864" cy="2286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53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Output — published to X, LinkedIn, and the website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Rise — E-Group AI Platform</dc:title>
  <dc:subject>PptxGenJS Presentation</dc:subject>
  <dc:creator>PptxGenJS</dc:creator>
  <cp:lastModifiedBy>PptxGenJS</cp:lastModifiedBy>
  <cp:revision>1</cp:revision>
  <dcterms:created xsi:type="dcterms:W3CDTF">2026-04-08T13:51:54Z</dcterms:created>
  <dcterms:modified xsi:type="dcterms:W3CDTF">2026-04-08T13:51:54Z</dcterms:modified>
</cp:coreProperties>
</file>